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ADAA03-C37D-4A8B-E7A8-8D2E012B1F2B}"/>
              </a:ext>
            </a:extLst>
          </p:cNvPr>
          <p:cNvSpPr txBox="1"/>
          <p:nvPr/>
        </p:nvSpPr>
        <p:spPr>
          <a:xfrm>
            <a:off x="8901405" y="6382138"/>
            <a:ext cx="3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Presented By – Hrithik Moger</a:t>
            </a:r>
            <a:endParaRPr lang="en-IN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548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Segoe UI Black</vt:lpstr>
      <vt:lpstr>Segoe UI Bold</vt:lpstr>
      <vt:lpstr>Segoe UI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hrithik moger</cp:lastModifiedBy>
  <cp:revision>13</cp:revision>
  <dcterms:created xsi:type="dcterms:W3CDTF">2024-11-24T05:55:51Z</dcterms:created>
  <dcterms:modified xsi:type="dcterms:W3CDTF">2025-11-10T06:30:58Z</dcterms:modified>
</cp:coreProperties>
</file>